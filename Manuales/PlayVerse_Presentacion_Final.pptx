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EFEC2EA-E95D-4F02-B67B-3EB46A769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l="121" r="121"/>
          <a:stretch>
            <a:fillRect/>
          </a:stretch>
        </p:blipFill>
        <p:spPr>
          <a:xfrm>
            <a:off x="6286500" y="895350"/>
            <a:ext cx="4762500" cy="268605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CE953B2-5FD2-46CA-B141-5C5FF79748E9}"/>
              </a:ext>
            </a:extLst>
          </p:cNvPr>
          <p:cNvSpPr>
            <a:spLocks noGrp="1"/>
          </p:cNvSpPr>
          <p:nvPr/>
        </p:nvSpPr>
        <p:spPr>
          <a:xfrm>
            <a:off x="6286500" y="895350"/>
            <a:ext cx="4762500" cy="26860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F5C36"/>
            </a:solidFill>
            <a:prstDash val="solid"/>
          </a:ln>
        </p:spPr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rcRect l="209" r="209"/>
          <a:stretch>
            <a:fillRect/>
          </a:stretch>
        </p:blipFill>
        <p:spPr>
          <a:xfrm>
            <a:off x="7239000" y="3714750"/>
            <a:ext cx="3810000" cy="21526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D680D08-CA59-4E46-ACE5-9B32DB0933A1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3810000" cy="21526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F5C36"/>
            </a:solidFill>
            <a:prstDash val="solid"/>
          </a:ln>
        </p:spPr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7063" y="819150"/>
            <a:ext cx="1397673" cy="11049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582C60A-69F5-4F13-BB94-F110D73FDB31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6400A9-568D-4A34-AEF0-605096BDD807}"/>
              </a:ext>
            </a:extLst>
          </p:cNvPr>
          <p:cNvSpPr>
            <a:spLocks noGrp="1"/>
          </p:cNvSpPr>
          <p:nvPr/>
        </p:nvSpPr>
        <p:spPr>
          <a:xfrm>
            <a:off x="1066800" y="4953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PROYECTO FINAL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A7DB03F-30AA-49DA-BE22-4674CBC0B45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33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PlayVerse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C41333-BF83-442E-9D47-AA08CF1C6CED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FFF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FFFE8"/>
                </a:solidFill>
                <a:latin typeface="Aptos"/>
                <a:ea typeface="Aptos"/>
                <a:cs typeface="Aptos"/>
              </a:rPr>
              <a:t>Tu universo de videojuegos en un solo lugar.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436005-A0C6-41B1-9BB9-1BF0A1BCE3F4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495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Tienda academica de videojuegos con catalogo publico, acceso privado y administracion del contenido.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64C3A6E-97E1-48DA-92E3-083D6E7B1B2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42875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BC184D2-CD7A-4E8B-A3C1-C0069919CA10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Juan Buenaño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83F5F5-6FEB-4B7D-924D-F95A66200076}"/>
              </a:ext>
            </a:extLst>
          </p:cNvPr>
          <p:cNvSpPr>
            <a:spLocks noGrp="1"/>
          </p:cNvSpPr>
          <p:nvPr/>
        </p:nvSpPr>
        <p:spPr>
          <a:xfrm>
            <a:off x="2324100" y="4591050"/>
            <a:ext cx="142875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31E7DA9-5351-4B2A-A8B8-21E98ABF079C}"/>
              </a:ext>
            </a:extLst>
          </p:cNvPr>
          <p:cNvSpPr>
            <a:spLocks noGrp="1"/>
          </p:cNvSpPr>
          <p:nvPr/>
        </p:nvSpPr>
        <p:spPr>
          <a:xfrm>
            <a:off x="2438400" y="46482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Jaime Carriel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BF05FE-8ACA-4481-A02E-B222A0FBEC8C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23622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6F1DD4-1B47-49D8-9C2D-26F46F82411D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Angular + .NET + SQL Server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1C95EA-BEAA-4E7E-A8FF-3939E4342F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Presentacion para exposicion - PlayVerse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7AF7F8-7B7C-467D-A52C-F2F5106E069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994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C9F7FBE0-CC48-4645-8C75-5D9A28F06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68EECF-D585-4034-8862-F1038E322FB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7CA10B-C7AE-45FF-B447-CC8A49F3ED1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F8BBA4-30FD-4037-9C6B-2DDB72EC438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5715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Administrar una tienda de videojuegos requiere mas que publicar una lista.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3D4F58-0371-4986-A510-CCE96BA62A3E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514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446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4463A"/>
                </a:solidFill>
                <a:latin typeface="Aptos"/>
                <a:ea typeface="Aptos"/>
                <a:cs typeface="Aptos"/>
              </a:rPr>
              <a:t>El sistema debe conectar catalogo, usuarios, roles, compras, comunidad y seguridad sin duplicar reglas entre pantallas.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50F70F-22E7-4D57-913A-169455C31276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5143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2D4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DFD769-6679-4AF3-998D-9DEA41086A5D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Sin una arquitectura ordenada, cada cambio en juegos, ofertas o permisos se vuelve dificil de mantener y demostrar.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77FA22-15D7-468F-8075-0D50BF832947}"/>
              </a:ext>
            </a:extLst>
          </p:cNvPr>
          <p:cNvSpPr>
            <a:spLocks noGrp="1"/>
          </p:cNvSpPr>
          <p:nvPr/>
        </p:nvSpPr>
        <p:spPr>
          <a:xfrm>
            <a:off x="6762750" y="10096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C6C08B-452F-43D0-A223-83153B9BE4DB}"/>
              </a:ext>
            </a:extLst>
          </p:cNvPr>
          <p:cNvSpPr>
            <a:spLocks noGrp="1"/>
          </p:cNvSpPr>
          <p:nvPr/>
        </p:nvSpPr>
        <p:spPr>
          <a:xfrm>
            <a:off x="6934200" y="11239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E601A4-BCCA-4C8D-996D-6778B3EFCD12}"/>
              </a:ext>
            </a:extLst>
          </p:cNvPr>
          <p:cNvSpPr>
            <a:spLocks noGrp="1"/>
          </p:cNvSpPr>
          <p:nvPr/>
        </p:nvSpPr>
        <p:spPr>
          <a:xfrm>
            <a:off x="6934200" y="15240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Descubre juegos, categorias y contacto sin iniciar sesion.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68EB9B-6EAC-45B2-A668-AFF5BB1889B5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F93D2B9-3B3B-4F52-BF53-A138CED6EA98}"/>
              </a:ext>
            </a:extLst>
          </p:cNvPr>
          <p:cNvSpPr>
            <a:spLocks noGrp="1"/>
          </p:cNvSpPr>
          <p:nvPr/>
        </p:nvSpPr>
        <p:spPr>
          <a:xfrm>
            <a:off x="6934200" y="24574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Admin / Dev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82B73E4-9F35-458C-ABA4-670C010B88A0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Mantiene catalogo, maestros, contenido y roles.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AB584C-9FD7-4808-81D8-FE0B4D54236B}"/>
              </a:ext>
            </a:extLst>
          </p:cNvPr>
          <p:cNvSpPr>
            <a:spLocks noGrp="1"/>
          </p:cNvSpPr>
          <p:nvPr/>
        </p:nvSpPr>
        <p:spPr>
          <a:xfrm>
            <a:off x="6762750" y="36766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E5D1FC-2F9B-4CB5-BC2F-8735DDC8611C}"/>
              </a:ext>
            </a:extLst>
          </p:cNvPr>
          <p:cNvSpPr>
            <a:spLocks noGrp="1"/>
          </p:cNvSpPr>
          <p:nvPr/>
        </p:nvSpPr>
        <p:spPr>
          <a:xfrm>
            <a:off x="6934200" y="37909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3C85CA-521D-4EE3-9875-09E551CF2F26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Gestiona wishlist, libreria, reviews, sesiones y amigos.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690C26-6A9B-497C-BA7B-5E482CC23DD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estructura funcional del frontend y backend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89A698-20C6-43E6-BA26-0ADF88447D0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914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F52BADE-4F77-43DE-92ED-3F74E277DF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8B7FFF-C4D1-49D8-BE79-670CCF1D61B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E4B6E9-3B4F-4F59-92D3-CCAD205AE4B1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DBD569-02A3-43A7-87F7-06CFF491E82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382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PlayVerse separa la experiencia publica de la operacion privada.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7BB6AC-FFD1-4E55-BEF8-267A352C392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3143250" cy="2819400"/>
          </a:xfrm>
          <a:prstGeom prst="rect">
            <a:avLst/>
          </a:prstGeom>
          <a:solidFill>
            <a:srgbClr val="082417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742DCA-02A1-44D7-B174-A95562361CF1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lang="es-ES" sz="1725" b="1" dirty="0">
                <a:solidFill>
                  <a:srgbClr val="45F26E"/>
                </a:solidFill>
                <a:latin typeface="Aptos"/>
                <a:ea typeface="Aptos"/>
                <a:cs typeface="Aptos"/>
              </a:rPr>
              <a:t>Pagina</a:t>
            </a:r>
            <a:r>
              <a:rPr sz="1725" b="1" dirty="0">
                <a:solidFill>
                  <a:srgbClr val="45F26E"/>
                </a:solidFill>
                <a:latin typeface="Aptos"/>
                <a:ea typeface="Aptos"/>
                <a:cs typeface="Aptos"/>
              </a:rPr>
              <a:t> publica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D2DB5A-DDE3-48C5-AAD6-43E3F698AAB8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351D62-27A8-4AE9-8F9A-9C05B468199F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Catalogo de juegos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CF1BBF-EAE3-4B6A-A82E-4CE9FEDE4D81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Quienes somos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273310-259B-4CC7-97A2-1CD8B376856C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Contactanos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CDE9EE-D5D2-4BB4-8791-FFBAEADF1B9F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1143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93A0BF-10AD-4191-B4BB-DE71261B2405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Visitantes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C8FE6D-6C3A-4FFA-8815-8757CAB4F36E}"/>
              </a:ext>
            </a:extLst>
          </p:cNvPr>
          <p:cNvSpPr>
            <a:spLocks noGrp="1"/>
          </p:cNvSpPr>
          <p:nvPr/>
        </p:nvSpPr>
        <p:spPr>
          <a:xfrm>
            <a:off x="4514850" y="2000250"/>
            <a:ext cx="3143250" cy="2819400"/>
          </a:xfrm>
          <a:prstGeom prst="rect">
            <a:avLst/>
          </a:prstGeom>
          <a:solidFill>
            <a:srgbClr val="101B2B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5291D1-A89A-4996-BF7E-B08BC0F223E5}"/>
              </a:ext>
            </a:extLst>
          </p:cNvPr>
          <p:cNvSpPr>
            <a:spLocks noGrp="1"/>
          </p:cNvSpPr>
          <p:nvPr/>
        </p:nvSpPr>
        <p:spPr>
          <a:xfrm>
            <a:off x="47625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Panel administrativo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22779E1-125E-494E-ADE3-2B1A61C97551}"/>
              </a:ext>
            </a:extLst>
          </p:cNvPr>
          <p:cNvSpPr>
            <a:spLocks noGrp="1"/>
          </p:cNvSpPr>
          <p:nvPr/>
        </p:nvSpPr>
        <p:spPr>
          <a:xfrm>
            <a:off x="48006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141F5D-A469-49CF-A49E-6C6700E1B216}"/>
              </a:ext>
            </a:extLst>
          </p:cNvPr>
          <p:cNvSpPr>
            <a:spLocks noGrp="1"/>
          </p:cNvSpPr>
          <p:nvPr/>
        </p:nvSpPr>
        <p:spPr>
          <a:xfrm>
            <a:off x="48006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Contenido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89AD129-C258-4463-B622-03BC5E4DA8E4}"/>
              </a:ext>
            </a:extLst>
          </p:cNvPr>
          <p:cNvSpPr>
            <a:spLocks noGrp="1"/>
          </p:cNvSpPr>
          <p:nvPr/>
        </p:nvSpPr>
        <p:spPr>
          <a:xfrm>
            <a:off x="48006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Roles y usuarios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6A252B-4144-41E4-8C29-B8FB620BE12D}"/>
              </a:ext>
            </a:extLst>
          </p:cNvPr>
          <p:cNvSpPr>
            <a:spLocks noGrp="1"/>
          </p:cNvSpPr>
          <p:nvPr/>
        </p:nvSpPr>
        <p:spPr>
          <a:xfrm>
            <a:off x="48006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Cuenta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46A855F-CA74-45BF-AF78-ED3308F284C5}"/>
              </a:ext>
            </a:extLst>
          </p:cNvPr>
          <p:cNvSpPr>
            <a:spLocks noGrp="1"/>
          </p:cNvSpPr>
          <p:nvPr/>
        </p:nvSpPr>
        <p:spPr>
          <a:xfrm>
            <a:off x="4781550" y="4286250"/>
            <a:ext cx="1524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36D9C9D-22FA-4FD0-8601-7366B503E878}"/>
              </a:ext>
            </a:extLst>
          </p:cNvPr>
          <p:cNvSpPr>
            <a:spLocks noGrp="1"/>
          </p:cNvSpPr>
          <p:nvPr/>
        </p:nvSpPr>
        <p:spPr>
          <a:xfrm>
            <a:off x="4895850" y="4343400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/ Developer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D37C48-B8C5-45A1-AD36-0A5D7544EDEB}"/>
              </a:ext>
            </a:extLst>
          </p:cNvPr>
          <p:cNvSpPr>
            <a:spLocks noGrp="1"/>
          </p:cNvSpPr>
          <p:nvPr/>
        </p:nvSpPr>
        <p:spPr>
          <a:xfrm>
            <a:off x="8248650" y="2000250"/>
            <a:ext cx="3143250" cy="2819400"/>
          </a:xfrm>
          <a:prstGeom prst="rect">
            <a:avLst/>
          </a:prstGeom>
          <a:solidFill>
            <a:srgbClr val="172A13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A6F22CD-F839-4326-946B-86C5F842FC53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Experiencia usuario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F7596D-AA7D-47CF-B7E4-3CA44219A6E5}"/>
              </a:ext>
            </a:extLst>
          </p:cNvPr>
          <p:cNvSpPr>
            <a:spLocks noGrp="1"/>
          </p:cNvSpPr>
          <p:nvPr/>
        </p:nvSpPr>
        <p:spPr>
          <a:xfrm>
            <a:off x="85344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Wishlist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860788A-87A9-47A1-B4E9-396927D77CA0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Libreria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8081D4-41EE-4187-B425-03F7CC6FED51}"/>
              </a:ext>
            </a:extLst>
          </p:cNvPr>
          <p:cNvSpPr>
            <a:spLocks noGrp="1"/>
          </p:cNvSpPr>
          <p:nvPr/>
        </p:nvSpPr>
        <p:spPr>
          <a:xfrm>
            <a:off x="85344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6470840-50C1-4181-9C11-0E316ABE176B}"/>
              </a:ext>
            </a:extLst>
          </p:cNvPr>
          <p:cNvSpPr>
            <a:spLocks noGrp="1"/>
          </p:cNvSpPr>
          <p:nvPr/>
        </p:nvSpPr>
        <p:spPr>
          <a:xfrm>
            <a:off x="85344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Sesiones y amigos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F397F4-FFCC-4FE9-89E7-96EFD46CCF82}"/>
              </a:ext>
            </a:extLst>
          </p:cNvPr>
          <p:cNvSpPr>
            <a:spLocks noGrp="1"/>
          </p:cNvSpPr>
          <p:nvPr/>
        </p:nvSpPr>
        <p:spPr>
          <a:xfrm>
            <a:off x="8515350" y="4286250"/>
            <a:ext cx="1143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755BE04-4359-457D-B2CF-0F4E5AAB4A15}"/>
              </a:ext>
            </a:extLst>
          </p:cNvPr>
          <p:cNvSpPr>
            <a:spLocks noGrp="1"/>
          </p:cNvSpPr>
          <p:nvPr/>
        </p:nvSpPr>
        <p:spPr>
          <a:xfrm>
            <a:off x="8629650" y="43434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E80BA93-3639-450A-A304-63E8D393017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rutas publicas, admin.routes y AdminDashboard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555CCE5-30F8-4580-B091-08E0B054560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971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865EDD0A-FCBE-4F5D-9DD4-9991C5D1F6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2662C3-A336-4FE3-9335-71EF6755AA0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2764C2-18A9-4BDA-A733-BF4DA85743C3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TECNOLOGIAS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9F1E62-5674-4F83-9156-CC909372E47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stack cubre interfaz, API, seguridad, datos y despliegue.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F139DB-9E47-4FF4-9ABE-2A0A55D1ADEF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37CA66-CCE1-4CE6-8507-04E04CA46A86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C29113-B605-48A9-AD44-E58314616CA1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7035AC-356D-4172-BA83-716E0E7917D6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Angular 21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3B7334-6D4E-40D5-95A6-F62EB1F2B9F3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CC134F-3F55-492D-8ADB-49B5A075B334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Angular Material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389C51-F963-406B-BE0B-1AF359DAC41E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7B5FA34-3DE2-4892-B71F-103B94DD64FD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TypeScript 5.9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E0C401-41D9-4015-9689-7EAC4F3FE535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45A921E-4096-4E4F-AEF3-73FE4359794F}"/>
              </a:ext>
            </a:extLst>
          </p:cNvPr>
          <p:cNvSpPr>
            <a:spLocks noGrp="1"/>
          </p:cNvSpPr>
          <p:nvPr/>
        </p:nvSpPr>
        <p:spPr>
          <a:xfrm>
            <a:off x="102870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RxJS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CC5A-6ABB-4DF5-B7E5-B437E2A3CE58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0D211BB-81AB-432B-8BE1-D5E614CBF2D9}"/>
              </a:ext>
            </a:extLst>
          </p:cNvPr>
          <p:cNvSpPr>
            <a:spLocks noGrp="1"/>
          </p:cNvSpPr>
          <p:nvPr/>
        </p:nvSpPr>
        <p:spPr>
          <a:xfrm>
            <a:off x="375285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39162A8-66DB-497A-92D1-002870EAF4CB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EF2F3E8-D9D0-4FCE-ADF5-3E5FE7B91B9C}"/>
              </a:ext>
            </a:extLst>
          </p:cNvPr>
          <p:cNvSpPr>
            <a:spLocks noGrp="1"/>
          </p:cNvSpPr>
          <p:nvPr/>
        </p:nvSpPr>
        <p:spPr>
          <a:xfrm>
            <a:off x="386715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ASP.NET Core .NET 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C1D1439-523B-48AF-BC98-BD9BD33A2470}"/>
              </a:ext>
            </a:extLst>
          </p:cNvPr>
          <p:cNvSpPr>
            <a:spLocks noGrp="1"/>
          </p:cNvSpPr>
          <p:nvPr/>
        </p:nvSpPr>
        <p:spPr>
          <a:xfrm>
            <a:off x="375285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34A95F3-7EC7-49A5-9A24-D5D990AA0084}"/>
              </a:ext>
            </a:extLst>
          </p:cNvPr>
          <p:cNvSpPr>
            <a:spLocks noGrp="1"/>
          </p:cNvSpPr>
          <p:nvPr/>
        </p:nvSpPr>
        <p:spPr>
          <a:xfrm>
            <a:off x="386715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4EBA3C5-33A1-4333-8D82-9E5071DF8206}"/>
              </a:ext>
            </a:extLst>
          </p:cNvPr>
          <p:cNvSpPr>
            <a:spLocks noGrp="1"/>
          </p:cNvSpPr>
          <p:nvPr/>
        </p:nvSpPr>
        <p:spPr>
          <a:xfrm>
            <a:off x="375285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733FDAF-C7B6-486B-BD19-D0223FA56279}"/>
              </a:ext>
            </a:extLst>
          </p:cNvPr>
          <p:cNvSpPr>
            <a:spLocks noGrp="1"/>
          </p:cNvSpPr>
          <p:nvPr/>
        </p:nvSpPr>
        <p:spPr>
          <a:xfrm>
            <a:off x="386715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JWT Bearer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35E4739-DDAE-4FDB-95F5-867B3A702C60}"/>
              </a:ext>
            </a:extLst>
          </p:cNvPr>
          <p:cNvSpPr>
            <a:spLocks noGrp="1"/>
          </p:cNvSpPr>
          <p:nvPr/>
        </p:nvSpPr>
        <p:spPr>
          <a:xfrm>
            <a:off x="375285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1E21BC7-6837-40BC-A1CB-90B4E94C6254}"/>
              </a:ext>
            </a:extLst>
          </p:cNvPr>
          <p:cNvSpPr>
            <a:spLocks noGrp="1"/>
          </p:cNvSpPr>
          <p:nvPr/>
        </p:nvSpPr>
        <p:spPr>
          <a:xfrm>
            <a:off x="386715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Serilog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D37AE6D-1EAF-4B4E-A6CC-7F8A8B5E6F30}"/>
              </a:ext>
            </a:extLst>
          </p:cNvPr>
          <p:cNvSpPr>
            <a:spLocks noGrp="1"/>
          </p:cNvSpPr>
          <p:nvPr/>
        </p:nvSpPr>
        <p:spPr>
          <a:xfrm>
            <a:off x="375285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43BA1AF-15E9-4106-B13B-23DF16F76EE9}"/>
              </a:ext>
            </a:extLst>
          </p:cNvPr>
          <p:cNvSpPr>
            <a:spLocks noGrp="1"/>
          </p:cNvSpPr>
          <p:nvPr/>
        </p:nvSpPr>
        <p:spPr>
          <a:xfrm>
            <a:off x="386715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Scalar / OpenAPI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89808F4-8F1B-41D5-8213-F23D7060FD30}"/>
              </a:ext>
            </a:extLst>
          </p:cNvPr>
          <p:cNvSpPr>
            <a:spLocks noGrp="1"/>
          </p:cNvSpPr>
          <p:nvPr/>
        </p:nvSpPr>
        <p:spPr>
          <a:xfrm>
            <a:off x="638175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0FC0F3B-5355-4553-837A-41963941E2A7}"/>
              </a:ext>
            </a:extLst>
          </p:cNvPr>
          <p:cNvSpPr>
            <a:spLocks noGrp="1"/>
          </p:cNvSpPr>
          <p:nvPr/>
        </p:nvSpPr>
        <p:spPr>
          <a:xfrm>
            <a:off x="659130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4D444E2-0904-445D-88E5-96C69E2B5129}"/>
              </a:ext>
            </a:extLst>
          </p:cNvPr>
          <p:cNvSpPr>
            <a:spLocks noGrp="1"/>
          </p:cNvSpPr>
          <p:nvPr/>
        </p:nvSpPr>
        <p:spPr>
          <a:xfrm>
            <a:off x="659130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1063184-F643-4D6E-B63B-297721F4284A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C90D70F-6E60-4A52-8CD4-A20D1C03E3BC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99A5D2F-22FE-4CF8-995F-EF8911F3B2A4}"/>
              </a:ext>
            </a:extLst>
          </p:cNvPr>
          <p:cNvSpPr>
            <a:spLocks noGrp="1"/>
          </p:cNvSpPr>
          <p:nvPr/>
        </p:nvSpPr>
        <p:spPr>
          <a:xfrm>
            <a:off x="670560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3026669-632B-4A02-9849-59145546BE01}"/>
              </a:ext>
            </a:extLst>
          </p:cNvPr>
          <p:cNvSpPr>
            <a:spLocks noGrp="1"/>
          </p:cNvSpPr>
          <p:nvPr/>
        </p:nvSpPr>
        <p:spPr>
          <a:xfrm>
            <a:off x="659130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C328F78-24E6-4AF5-B1A4-9FE8DDF20755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PLAYVERSE_DDL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F4F7474-9C80-4424-A831-FEA0A37424C9}"/>
              </a:ext>
            </a:extLst>
          </p:cNvPr>
          <p:cNvSpPr>
            <a:spLocks noGrp="1"/>
          </p:cNvSpPr>
          <p:nvPr/>
        </p:nvSpPr>
        <p:spPr>
          <a:xfrm>
            <a:off x="659130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A8BFD68-9326-4BB4-A2BE-09053A792E42}"/>
              </a:ext>
            </a:extLst>
          </p:cNvPr>
          <p:cNvSpPr>
            <a:spLocks noGrp="1"/>
          </p:cNvSpPr>
          <p:nvPr/>
        </p:nvSpPr>
        <p:spPr>
          <a:xfrm>
            <a:off x="670560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93225D3-B610-4FAA-93E3-D8BFB4132264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8EA1F44-7EE9-478E-AD7C-B02C54D9688A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Repositorios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DAE5FF9-EAFB-422D-858D-714382CD0023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0CFBC73-2A30-4F7A-837F-DDF4AB008D35}"/>
              </a:ext>
            </a:extLst>
          </p:cNvPr>
          <p:cNvSpPr>
            <a:spLocks noGrp="1"/>
          </p:cNvSpPr>
          <p:nvPr/>
        </p:nvSpPr>
        <p:spPr>
          <a:xfrm>
            <a:off x="942975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65DC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DCC"/>
                </a:solidFill>
                <a:latin typeface="Aptos"/>
                <a:ea typeface="Aptos"/>
                <a:cs typeface="Aptos"/>
              </a:rPr>
              <a:t>Demo / despliegue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9F1AFE8-A189-4440-8FEB-BE14ADF9C88F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932098B-F201-4869-86F1-7D859145741E}"/>
              </a:ext>
            </a:extLst>
          </p:cNvPr>
          <p:cNvSpPr>
            <a:spLocks noGrp="1"/>
          </p:cNvSpPr>
          <p:nvPr/>
        </p:nvSpPr>
        <p:spPr>
          <a:xfrm>
            <a:off x="954405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Postman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1B1EDBA-F0F9-46AF-9761-D991435E7282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7E1EEBB-2BC8-4AEB-8F48-DAEF1B8D2305}"/>
              </a:ext>
            </a:extLst>
          </p:cNvPr>
          <p:cNvSpPr>
            <a:spLocks noGrp="1"/>
          </p:cNvSpPr>
          <p:nvPr/>
        </p:nvSpPr>
        <p:spPr>
          <a:xfrm>
            <a:off x="954405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29F2792-72D4-4420-A613-0F963D0F4B2B}"/>
              </a:ext>
            </a:extLst>
          </p:cNvPr>
          <p:cNvSpPr>
            <a:spLocks noGrp="1"/>
          </p:cNvSpPr>
          <p:nvPr/>
        </p:nvSpPr>
        <p:spPr>
          <a:xfrm>
            <a:off x="942975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2DE3E98-D9F3-46BC-ABBF-AFCF0F1E91FA}"/>
              </a:ext>
            </a:extLst>
          </p:cNvPr>
          <p:cNvSpPr>
            <a:spLocks noGrp="1"/>
          </p:cNvSpPr>
          <p:nvPr/>
        </p:nvSpPr>
        <p:spPr>
          <a:xfrm>
            <a:off x="954405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Render config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DF73A7D-5B2C-4163-9978-2591F5197214}"/>
              </a:ext>
            </a:extLst>
          </p:cNvPr>
          <p:cNvSpPr>
            <a:spLocks noGrp="1"/>
          </p:cNvSpPr>
          <p:nvPr/>
        </p:nvSpPr>
        <p:spPr>
          <a:xfrm>
            <a:off x="942975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526ED9F-E834-44CE-B250-6786C20A38D0}"/>
              </a:ext>
            </a:extLst>
          </p:cNvPr>
          <p:cNvSpPr>
            <a:spLocks noGrp="1"/>
          </p:cNvSpPr>
          <p:nvPr/>
        </p:nvSpPr>
        <p:spPr>
          <a:xfrm>
            <a:off x="954405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SMTP Brevo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35E4787-8902-40FF-A213-1FCD3BD2E1A5}"/>
              </a:ext>
            </a:extLst>
          </p:cNvPr>
          <p:cNvSpPr>
            <a:spLocks noGrp="1"/>
          </p:cNvSpPr>
          <p:nvPr/>
        </p:nvSpPr>
        <p:spPr>
          <a:xfrm>
            <a:off x="942975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D7DEC2F-2A0B-4E95-BB6C-CE6036526B53}"/>
              </a:ext>
            </a:extLst>
          </p:cNvPr>
          <p:cNvSpPr>
            <a:spLocks noGrp="1"/>
          </p:cNvSpPr>
          <p:nvPr/>
        </p:nvSpPr>
        <p:spPr>
          <a:xfrm>
            <a:off x="954405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CORS localhost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1247E00-78D8-4C58-9FD7-B2EEE9F05B9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package.json, csproj, README y render.yaml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29F463F-3A04-4EDB-895B-8902B9B0B85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4846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AB37F71-8390-481D-AD16-C657ACB0E7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452C2DD-3176-436A-AEFD-8CEC8F6BD9F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44A7E8-EDBB-423E-A6CA-93C6068D544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DECCB9-0241-4B5D-8669-105BC5F32BF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667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Angular consume una API por capas antes de llegar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CEEE5B-48A2-44DF-A429-9712810CEE4B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1619250" cy="914400"/>
          </a:xfrm>
          <a:prstGeom prst="rect">
            <a:avLst/>
          </a:prstGeom>
          <a:solidFill>
            <a:srgbClr val="0E3A20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8C40EA-692B-428C-A413-0233C857F970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Angular UI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Public/Admin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1BC3C0F-CF55-4B08-AEAC-B47F2F5C5D43}"/>
              </a:ext>
            </a:extLst>
          </p:cNvPr>
          <p:cNvSpPr>
            <a:spLocks noGrp="1"/>
          </p:cNvSpPr>
          <p:nvPr/>
        </p:nvSpPr>
        <p:spPr>
          <a:xfrm>
            <a:off x="23431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3A77EF-00E7-40E6-A548-CC9AED0B8F60}"/>
              </a:ext>
            </a:extLst>
          </p:cNvPr>
          <p:cNvSpPr>
            <a:spLocks noGrp="1"/>
          </p:cNvSpPr>
          <p:nvPr/>
        </p:nvSpPr>
        <p:spPr>
          <a:xfrm>
            <a:off x="28194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6ED0D8-C6D8-4BCD-959F-7E8FD493771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1619250" cy="914400"/>
          </a:xfrm>
          <a:prstGeom prst="rect">
            <a:avLst/>
          </a:prstGeom>
          <a:solidFill>
            <a:srgbClr val="0B2A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645C0C-AC0C-4009-B5FA-7573795A24EF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Services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HttpClient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Guard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CEF93D-6971-4A57-9A9D-8CFC95D87765}"/>
              </a:ext>
            </a:extLst>
          </p:cNvPr>
          <p:cNvSpPr>
            <a:spLocks noGrp="1"/>
          </p:cNvSpPr>
          <p:nvPr/>
        </p:nvSpPr>
        <p:spPr>
          <a:xfrm>
            <a:off x="45529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5FAD1B3-A856-4764-9574-3295FCA4B45B}"/>
              </a:ext>
            </a:extLst>
          </p:cNvPr>
          <p:cNvSpPr>
            <a:spLocks noGrp="1"/>
          </p:cNvSpPr>
          <p:nvPr/>
        </p:nvSpPr>
        <p:spPr>
          <a:xfrm>
            <a:off x="50292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BDCE35-4524-4556-9A75-0406BE2521FB}"/>
              </a:ext>
            </a:extLst>
          </p:cNvPr>
          <p:cNvSpPr>
            <a:spLocks noGrp="1"/>
          </p:cNvSpPr>
          <p:nvPr/>
        </p:nvSpPr>
        <p:spPr>
          <a:xfrm>
            <a:off x="5143500" y="2476500"/>
            <a:ext cx="1619250" cy="914400"/>
          </a:xfrm>
          <a:prstGeom prst="rect">
            <a:avLst/>
          </a:prstGeom>
          <a:solidFill>
            <a:srgbClr val="102033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1A4E242-4D37-4317-A0EA-F1F815E93864}"/>
              </a:ext>
            </a:extLst>
          </p:cNvPr>
          <p:cNvSpPr>
            <a:spLocks noGrp="1"/>
          </p:cNvSpPr>
          <p:nvPr/>
        </p:nvSpPr>
        <p:spPr>
          <a:xfrm>
            <a:off x="52959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ASP.NET API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34CEF3-7098-4356-938F-F2A048D8BB89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EF2FC9-4954-474E-A5DE-8A447AA811FB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3F68D7-6911-45BA-A4B3-ADB787431D89}"/>
              </a:ext>
            </a:extLst>
          </p:cNvPr>
          <p:cNvSpPr>
            <a:spLocks noGrp="1"/>
          </p:cNvSpPr>
          <p:nvPr/>
        </p:nvSpPr>
        <p:spPr>
          <a:xfrm>
            <a:off x="7353300" y="2476500"/>
            <a:ext cx="1619250" cy="914400"/>
          </a:xfrm>
          <a:prstGeom prst="rect">
            <a:avLst/>
          </a:prstGeom>
          <a:solidFill>
            <a:srgbClr val="0B30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B382473-EA42-42B1-981E-D8E8C1BEB3B2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8AF57A6-D5BE-456E-B1E9-48962A760644}"/>
              </a:ext>
            </a:extLst>
          </p:cNvPr>
          <p:cNvSpPr>
            <a:spLocks noGrp="1"/>
          </p:cNvSpPr>
          <p:nvPr/>
        </p:nvSpPr>
        <p:spPr>
          <a:xfrm>
            <a:off x="89725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5CAB1C2-96CF-47A5-9149-97B7AA2E151F}"/>
              </a:ext>
            </a:extLst>
          </p:cNvPr>
          <p:cNvSpPr>
            <a:spLocks noGrp="1"/>
          </p:cNvSpPr>
          <p:nvPr/>
        </p:nvSpPr>
        <p:spPr>
          <a:xfrm>
            <a:off x="94488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A1330C-89DC-4FA5-9BBF-898C68CA74FA}"/>
              </a:ext>
            </a:extLst>
          </p:cNvPr>
          <p:cNvSpPr>
            <a:spLocks noGrp="1"/>
          </p:cNvSpPr>
          <p:nvPr/>
        </p:nvSpPr>
        <p:spPr>
          <a:xfrm>
            <a:off x="9563100" y="2476500"/>
            <a:ext cx="1714500" cy="914400"/>
          </a:xfrm>
          <a:prstGeom prst="rect">
            <a:avLst/>
          </a:prstGeom>
          <a:solidFill>
            <a:srgbClr val="33250B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1CA4082-462D-4599-A6C8-CCD31EAD08A4}"/>
              </a:ext>
            </a:extLst>
          </p:cNvPr>
          <p:cNvSpPr>
            <a:spLocks noGrp="1"/>
          </p:cNvSpPr>
          <p:nvPr/>
        </p:nvSpPr>
        <p:spPr>
          <a:xfrm>
            <a:off x="9715500" y="2590800"/>
            <a:ext cx="1409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Domain + EF</a:t>
            </a:r>
          </a:p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Entities</a:t>
            </a:r>
          </a:p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3BAA0F-0CEF-42DA-830F-1C1EE18EC81C}"/>
              </a:ext>
            </a:extLst>
          </p:cNvPr>
          <p:cNvSpPr>
            <a:spLocks noGrp="1"/>
          </p:cNvSpPr>
          <p:nvPr/>
        </p:nvSpPr>
        <p:spPr>
          <a:xfrm>
            <a:off x="10420350" y="3390900"/>
            <a:ext cx="19050" cy="5524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2D6BF0-506E-4236-B7E2-FF70F2FADB56}"/>
              </a:ext>
            </a:extLst>
          </p:cNvPr>
          <p:cNvSpPr>
            <a:spLocks noGrp="1"/>
          </p:cNvSpPr>
          <p:nvPr/>
        </p:nvSpPr>
        <p:spPr>
          <a:xfrm>
            <a:off x="10325100" y="38195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4671F58-6E17-4959-89D5-83C0A974FD0E}"/>
              </a:ext>
            </a:extLst>
          </p:cNvPr>
          <p:cNvSpPr>
            <a:spLocks noGrp="1"/>
          </p:cNvSpPr>
          <p:nvPr/>
        </p:nvSpPr>
        <p:spPr>
          <a:xfrm>
            <a:off x="9563100" y="3981450"/>
            <a:ext cx="1714500" cy="685800"/>
          </a:xfrm>
          <a:prstGeom prst="rect">
            <a:avLst/>
          </a:prstGeom>
          <a:solidFill>
            <a:srgbClr val="3A260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8757CCC-E48F-4643-A545-E03E3899D0C2}"/>
              </a:ext>
            </a:extLst>
          </p:cNvPr>
          <p:cNvSpPr>
            <a:spLocks noGrp="1"/>
          </p:cNvSpPr>
          <p:nvPr/>
        </p:nvSpPr>
        <p:spPr>
          <a:xfrm>
            <a:off x="9715500" y="4095750"/>
            <a:ext cx="1409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SQL Server</a:t>
            </a:r>
          </a:p>
          <a:p>
            <a:pPr algn="l">
              <a:defRPr sz="1350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PLAYVERSE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8EC00B2-3992-4AF9-BCEF-47A5872FCDC0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7639050" cy="68580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732951C-B5E1-4836-8A9B-771499987DC2}"/>
              </a:ext>
            </a:extLst>
          </p:cNvPr>
          <p:cNvSpPr>
            <a:spLocks noGrp="1"/>
          </p:cNvSpPr>
          <p:nvPr/>
        </p:nvSpPr>
        <p:spPr>
          <a:xfrm>
            <a:off x="1390650" y="4857750"/>
            <a:ext cx="7143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Servicios transversales: JWT, roles/permisos, Serilog, SMTP/Brevo, OpenAPI/Scalar y middleware de errores.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16E9A53-6048-4006-9D44-8F6D2661BB5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Program.cs, ServiceCollectionExtension.cs y estructura .NET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870635F-53C7-4EC9-9545-20086A93EFB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362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136A0B17-6AA2-4644-851A-005B4A94D7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CCFAA-5CAA-4BD7-94DA-81B2E288F211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AE21CA-CBEA-43AE-82C7-A0ACB616A26F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638A30-2485-4894-9348-3D36ACB259F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modelo de datos sostiene catalogo, acceso y actividad del jugador.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67E672-8AE1-4042-BAB9-6EA5CCA9720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7524750" cy="468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2518" y="1847850"/>
            <a:ext cx="6158915" cy="43053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CF1A05F-2BE5-4F74-B5B3-B814B0887F14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7143750" cy="4305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0D7ADD7-5EBD-4F80-A76F-B4867581F5DD}"/>
              </a:ext>
            </a:extLst>
          </p:cNvPr>
          <p:cNvSpPr>
            <a:spLocks noGrp="1"/>
          </p:cNvSpPr>
          <p:nvPr/>
        </p:nvSpPr>
        <p:spPr>
          <a:xfrm>
            <a:off x="8439150" y="19621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3E112A8-8557-49FC-9EB6-85E1C25C6367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843AFA-BDC4-41BE-ACC1-1BF068378056}"/>
              </a:ext>
            </a:extLst>
          </p:cNvPr>
          <p:cNvSpPr>
            <a:spLocks noGrp="1"/>
          </p:cNvSpPr>
          <p:nvPr/>
        </p:nvSpPr>
        <p:spPr>
          <a:xfrm>
            <a:off x="8667750" y="25146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Games, Genres, Developers, Publishers, Offers, DLC y Achievements.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593ED97-DCDE-46AC-8236-62420389CE2F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1D08FB-9476-4124-9702-DDD7D70BDD1B}"/>
              </a:ext>
            </a:extLst>
          </p:cNvPr>
          <p:cNvSpPr>
            <a:spLocks noGrp="1"/>
          </p:cNvSpPr>
          <p:nvPr/>
        </p:nvSpPr>
        <p:spPr>
          <a:xfrm>
            <a:off x="8667750" y="34480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Accesos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57C0E80-93C7-4CA3-A872-B847E606D1B1}"/>
              </a:ext>
            </a:extLst>
          </p:cNvPr>
          <p:cNvSpPr>
            <a:spLocks noGrp="1"/>
          </p:cNvSpPr>
          <p:nvPr/>
        </p:nvSpPr>
        <p:spPr>
          <a:xfrm>
            <a:off x="8667750" y="38100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Users, Roles, Permissions, UserRoles y Status.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DA45A38-5122-4359-B0EE-9A61C87D12B3}"/>
              </a:ext>
            </a:extLst>
          </p:cNvPr>
          <p:cNvSpPr>
            <a:spLocks noGrp="1"/>
          </p:cNvSpPr>
          <p:nvPr/>
        </p:nvSpPr>
        <p:spPr>
          <a:xfrm>
            <a:off x="8439150" y="45529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8E6AC5-F1B9-4CA9-A4D5-08CBCD8EA55A}"/>
              </a:ext>
            </a:extLst>
          </p:cNvPr>
          <p:cNvSpPr>
            <a:spLocks noGrp="1"/>
          </p:cNvSpPr>
          <p:nvPr/>
        </p:nvSpPr>
        <p:spPr>
          <a:xfrm>
            <a:off x="8667750" y="47434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Comunidad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A93573-70C0-477A-91CD-4CB2DB72A4DC}"/>
              </a:ext>
            </a:extLst>
          </p:cNvPr>
          <p:cNvSpPr>
            <a:spLocks noGrp="1"/>
          </p:cNvSpPr>
          <p:nvPr/>
        </p:nvSpPr>
        <p:spPr>
          <a:xfrm>
            <a:off x="8667750" y="51054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Wishlist, Library, Reviews, Sessions, Friends y UserAchievements.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A314ED-325E-4740-A1BC-53ECE101DDA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PLAYVERSE_DDL.sql y diagrama de entidades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A79B318-B2E7-4BAF-983E-DB32BDF3EBE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066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702139D4-0C8B-496B-8C90-90439FB289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272552-9926-413D-ABB8-5F6DD80F2A9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07F8AE-0E19-4FB7-807C-65413BC039C7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PANTALLAS PUBLICAS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4A4505-A350-42CD-B23D-6A12646FD1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096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interfaz publica ya presenta identidad, catalogo y contacto.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t="115" b="115"/>
          <a:stretch>
            <a:fillRect/>
          </a:stretch>
        </p:blipFill>
        <p:spPr>
          <a:xfrm>
            <a:off x="628650" y="1752600"/>
            <a:ext cx="512445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12FC654-2AD4-46AD-9F2F-1B2DBAEE0958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85E3A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t="115" b="115"/>
          <a:stretch>
            <a:fillRect/>
          </a:stretch>
        </p:blipFill>
        <p:spPr>
          <a:xfrm>
            <a:off x="6343650" y="1752600"/>
            <a:ext cx="512445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5CD4F88-67BD-4A67-9721-4C7940EF5B02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85E3A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72B8EB-C677-40B6-BF5E-B3D0D48110B8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5124450" cy="5905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62420B-B173-4646-8370-D31B32CDB660}"/>
              </a:ext>
            </a:extLst>
          </p:cNvPr>
          <p:cNvSpPr>
            <a:spLocks noGrp="1"/>
          </p:cNvSpPr>
          <p:nvPr/>
        </p:nvSpPr>
        <p:spPr>
          <a:xfrm>
            <a:off x="857250" y="5086350"/>
            <a:ext cx="462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Inicio: logo, slogan y acceso directo a juegos o inicio de sesion.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FCD060-E81E-420A-BB3A-4E45E141B0DA}"/>
              </a:ext>
            </a:extLst>
          </p:cNvPr>
          <p:cNvSpPr>
            <a:spLocks noGrp="1"/>
          </p:cNvSpPr>
          <p:nvPr/>
        </p:nvSpPr>
        <p:spPr>
          <a:xfrm>
            <a:off x="6343650" y="4895850"/>
            <a:ext cx="5124450" cy="5905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27330B-6504-4DDA-A21E-B56A471E1B9D}"/>
              </a:ext>
            </a:extLst>
          </p:cNvPr>
          <p:cNvSpPr>
            <a:spLocks noGrp="1"/>
          </p:cNvSpPr>
          <p:nvPr/>
        </p:nvSpPr>
        <p:spPr>
          <a:xfrm>
            <a:off x="6572250" y="5086350"/>
            <a:ext cx="462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Catalogo: filtros por categoria y juegos destacados para visitantes.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C7F3264-810C-49F0-8629-2FF670B3BAD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69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6917E"/>
                </a:solidFill>
                <a:latin typeface="Aptos"/>
                <a:ea typeface="Aptos"/>
                <a:cs typeface="Aptos"/>
              </a:rPr>
              <a:t>Capturas locales del frontend PlayVerse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2701637-1AE6-4DAD-995C-9EBD196D214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104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E4B037A2-7DA8-4D8E-BC05-9309910B6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271974-4FFD-40AB-883E-F53835684ED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8130DC-9311-4B1C-BE1B-45E56B7240C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PANEL PRIVADO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6A0389-9E8B-4DD6-BDC0-F879AAC8EE4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477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panel administrativo concentra catalogo, contenido y accesos.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l="7359" r="7359"/>
          <a:stretch>
            <a:fillRect/>
          </a:stretch>
        </p:blipFill>
        <p:spPr>
          <a:xfrm>
            <a:off x="628650" y="1695450"/>
            <a:ext cx="512445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F05A44-9D0F-40E6-A486-12A60A3DCCA6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l="7359" r="7359"/>
          <a:stretch>
            <a:fillRect/>
          </a:stretch>
        </p:blipFill>
        <p:spPr>
          <a:xfrm>
            <a:off x="6343650" y="1695450"/>
            <a:ext cx="512445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81B144-89FB-45B0-80FF-FEE9DE021C0D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CB94E1-888C-4169-9925-4552EE52FC3D}"/>
              </a:ext>
            </a:extLst>
          </p:cNvPr>
          <p:cNvSpPr>
            <a:spLocks noGrp="1"/>
          </p:cNvSpPr>
          <p:nvPr/>
        </p:nvSpPr>
        <p:spPr>
          <a:xfrm>
            <a:off x="628650" y="4838700"/>
            <a:ext cx="5124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4534C9-3B52-4850-92D5-282BCC10FA3A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Resumen: metricas, navegacion lateral y acciones para actualizar datos del backend.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6B4B53-5BE9-4AB7-B7BB-DC611580F632}"/>
              </a:ext>
            </a:extLst>
          </p:cNvPr>
          <p:cNvSpPr>
            <a:spLocks noGrp="1"/>
          </p:cNvSpPr>
          <p:nvPr/>
        </p:nvSpPr>
        <p:spPr>
          <a:xfrm>
            <a:off x="6343650" y="4838700"/>
            <a:ext cx="5124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018C87E-819E-461C-85B8-3748373732D6}"/>
              </a:ext>
            </a:extLst>
          </p:cNvPr>
          <p:cNvSpPr>
            <a:spLocks noGrp="1"/>
          </p:cNvSpPr>
          <p:nvPr/>
        </p:nvSpPr>
        <p:spPr>
          <a:xfrm>
            <a:off x="6572250" y="4991100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Catalogo: crear juegos y maestros; tambien permite listar, editar y eliminar registros.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CAEB3E-6604-418D-86D5-1EEC079CBBA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69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6917E"/>
                </a:solidFill>
                <a:latin typeface="Aptos"/>
                <a:ea typeface="Aptos"/>
                <a:cs typeface="Aptos"/>
              </a:rPr>
              <a:t>Capturas locales con sesion de demostracion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7AB7243-5DA4-48D6-B836-3B8BF44F4EB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822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8EB3A982-DF22-4B79-BF1E-D30BBC93F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22E295-D69B-4C10-9921-47D3BE4971A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4A7DFD-96CB-4B8C-987A-F37EC03CDB18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01385D-6287-48E5-814C-47AF69AE378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382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PlayVerse deja una base funcional y una ruta clara de mejora.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09AC34-3781-4EB0-BF0F-C2587A75EAC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857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54B915-718A-4258-AE3E-26E08AA966D5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Logrado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1FB5CD5-5D3F-4B21-831C-F7D241277372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1. Frontend Angular con pantallas publicas y panel privado.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25E3FD-6053-4812-B344-EF740DEE5EBA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2. Backend ASP.NET Core con controladores, servicios y JWT.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C411CD-BB33-45D3-A30F-D1EB139AD53C}"/>
              </a:ext>
            </a:extLst>
          </p:cNvPr>
          <p:cNvSpPr>
            <a:spLocks noGrp="1"/>
          </p:cNvSpPr>
          <p:nvPr/>
        </p:nvSpPr>
        <p:spPr>
          <a:xfrm>
            <a:off x="1123950" y="37719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3. Base SQL Server con catalogo, usuarios, roles y comunidad.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3641B96-9345-473E-BB49-55FBEBEF272E}"/>
              </a:ext>
            </a:extLst>
          </p:cNvPr>
          <p:cNvSpPr>
            <a:spLocks noGrp="1"/>
          </p:cNvSpPr>
          <p:nvPr/>
        </p:nvSpPr>
        <p:spPr>
          <a:xfrm>
            <a:off x="1123950" y="42291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4. Manual tecnico, manual de usuario y presentacion de exposicion.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297755-4D96-4478-840D-8A87819C0924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857750" cy="31432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7EB65F-1E8E-40FC-B427-0756EC01416A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Siguiente iteracion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644BFE4-7370-4A9A-9A51-48EE8ED0B1DD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Ejecutar backend durante la demo para poblar metricas reales.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4C6F3A-FFEA-4059-BEB0-2D231B7A835F}"/>
              </a:ext>
            </a:extLst>
          </p:cNvPr>
          <p:cNvSpPr>
            <a:spLocks noGrp="1"/>
          </p:cNvSpPr>
          <p:nvPr/>
        </p:nvSpPr>
        <p:spPr>
          <a:xfrm>
            <a:off x="6743700" y="33147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Completar datos de prueba y capturas finales del panel.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89A2FB5-848B-458A-AE2C-E1B5F1812280}"/>
              </a:ext>
            </a:extLst>
          </p:cNvPr>
          <p:cNvSpPr>
            <a:spLocks noGrp="1"/>
          </p:cNvSpPr>
          <p:nvPr/>
        </p:nvSpPr>
        <p:spPr>
          <a:xfrm>
            <a:off x="6743700" y="37719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Agregar pruebas automatizadas y validaciones de borde.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5585898-7ED0-4FEF-95EC-74B04B59B46E}"/>
              </a:ext>
            </a:extLst>
          </p:cNvPr>
          <p:cNvSpPr>
            <a:spLocks noGrp="1"/>
          </p:cNvSpPr>
          <p:nvPr/>
        </p:nvSpPr>
        <p:spPr>
          <a:xfrm>
            <a:off x="6743700" y="42291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Pulir despliegue con variables seguras en Render.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3D9610-C27E-4A3C-A368-584248502B8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Conclusiones del equipo PlayVerse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3177EF-5F37-4E9C-8896-5A7EC9EDEFB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21042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632</Words>
  <Application>Microsoft Office PowerPoint</Application>
  <DocSecurity>0</DocSecurity>
  <PresentationFormat>Panorámica</PresentationFormat>
  <Paragraphs>133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D. Buenaño</cp:lastModifiedBy>
  <cp:revision>3</cp:revision>
  <dcterms:created xsi:type="dcterms:W3CDTF">2026-06-03T06:28:05Z</dcterms:created>
  <dcterms:modified xsi:type="dcterms:W3CDTF">2026-06-03T12:50:12Z</dcterms:modified>
</cp:coreProperties>
</file>